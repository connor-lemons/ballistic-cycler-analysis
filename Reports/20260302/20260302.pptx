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01" y="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83A67-B14C-4ED7-38FC-372218C4C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76452-5E5B-5F01-DAF3-67AD4CE72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6E674-1F8B-7B66-9138-E14366E0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C875C-8A83-F1FA-7B08-5C7B80719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86D87-6CEA-4637-7C0F-AEBE468E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14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D9B20-A887-FCA6-951B-F8332DB5B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D03D3-746E-3189-5F1B-D363A56B7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A73F1-405E-14EB-D93E-BC06A51AE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71700-35AE-197E-13C4-B76806F99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E65A4-E6C5-DFD6-DC33-7F7C1740A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048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332F5-C519-628B-F98C-EBF2880BD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31AB65-A83B-42D4-F933-D36425979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2940E-6BAD-9136-B37A-EF588B2F7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32311-E2DF-B7FE-5DDC-E6AFFF043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CAAA3-244B-20AD-CA8D-20791F233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7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B4A5C-9463-1B85-E44E-FD16AE553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71C3F-1EFD-8DF7-074E-58B3033B8C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8E499-E058-C54E-3747-1BFFA13C0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7AFBF-7DD3-D209-7154-D755B3F66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126FD-FB7D-6BD2-E9B7-6DD6E5130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AA61-76C6-CF50-9DDD-5432B27C7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CF9C0-1D1F-5C97-263C-8ACF935DA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1F1BF-CAC1-578C-0264-1EF4A6A1A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73810-2E92-F7D4-5AD2-619E712F2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25AFF9-9BD9-6BC1-A967-4101F435E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694CD6-816B-AFB9-9CCB-420109BB6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2CD17-B81C-65E5-AFF3-BF06A0F0E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66C69A-DA71-B3BF-A713-191D1F0FA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2E93C-6B47-428E-7DE7-5CCCDE693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5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43FB6-CAAB-2366-1034-087EA627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438710-CC30-891B-887D-C422937BA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8DE362-36B2-6FAE-648F-00ECD6FEE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D7FBFC-B463-8DE9-25E1-A85A5B9B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38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181002-3D58-B5FE-E783-5E8514890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DE992-77DD-F286-9860-665660BF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B0CC4-4716-D73C-8EC0-65C698B2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581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ED10A-56B9-ADB6-890F-4C5AB578F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CE380-F792-B00D-1F9D-B6B07ECF14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25503-D516-EC7F-F310-4294FCF6F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455500-1EB3-EDB5-E2CE-9F4D82C6A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C1D37E-3813-18AC-FB17-CDA3D9B17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ABEEE-62E2-ACB4-1AA6-DB964B906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274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556F-9176-CF40-B887-D5252BDE2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22CC6E-7E3F-CE2E-E150-739EDBE69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0213A-9443-0C2E-17A4-A1CA0E204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E6331-FAEC-1379-DC3F-D42E4FC4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EC541-05AD-78CE-5547-251134AE6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48AF13-0D0A-3148-5500-D01244FB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906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C222E-E84B-5898-44E8-E256B032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7258B-0135-951E-3EE8-020D20206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44338-B0D8-B2B0-B276-A4235B58F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8856E-3D87-8CEA-174E-DDF5C5084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58A23-7758-738C-AFEB-DC50A18B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69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277E5-6DBC-525E-5FCC-4CC664BA0B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21A34-BDBF-87D5-9F6E-5A2354A2F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74EF2-BB28-5275-C642-5881D4AC4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D4770-A7EC-B61A-34BC-28DC35403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98940-B7F5-F374-77DF-0294509C5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2CB90A-7C79-D84F-AA9F-167341582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FE1FB-C26D-E84D-CEB0-8543978FC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FC6D5-304D-64D8-4676-E4B8BFA0FA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6166A-11DB-461E-9078-487CEDBFE1A5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0AC46-84C8-6C47-BE58-8A34758C22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FBB95-7359-5802-0C49-9F873681E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41A69-2A52-4F15-97BE-C63B25B2BE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9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1F55B-BAA7-3496-10CE-61CE0BDA5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Thesis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BACBF-F281-50C7-3B98-641C99E028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02 March 2026</a:t>
            </a:r>
          </a:p>
          <a:p>
            <a:r>
              <a:rPr lang="en-US" dirty="0"/>
              <a:t>Connor Emmons</a:t>
            </a:r>
          </a:p>
        </p:txBody>
      </p:sp>
    </p:spTree>
    <p:extLst>
      <p:ext uri="{BB962C8B-B14F-4D97-AF65-F5344CB8AC3E}">
        <p14:creationId xmlns:p14="http://schemas.microsoft.com/office/powerpoint/2010/main" val="224363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50FA-D190-285D-88B7-BA73528A4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vs Jacobi Constant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5ED309-A4D2-3D3C-9E29-9653E2EEF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97" y="1472180"/>
            <a:ext cx="5166370" cy="3913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F74749-270E-FE14-9F15-C5DDCF252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72180"/>
            <a:ext cx="5760731" cy="42976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74A07D-1459-580C-5E8A-DF935BF0461A}"/>
              </a:ext>
            </a:extLst>
          </p:cNvPr>
          <p:cNvSpPr txBox="1"/>
          <p:nvPr/>
        </p:nvSpPr>
        <p:spPr>
          <a:xfrm>
            <a:off x="2826327" y="5479472"/>
            <a:ext cx="76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Jacobi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77517C-6B91-BBF7-DDD4-028F56B118A1}"/>
              </a:ext>
            </a:extLst>
          </p:cNvPr>
          <p:cNvSpPr txBox="1"/>
          <p:nvPr/>
        </p:nvSpPr>
        <p:spPr>
          <a:xfrm>
            <a:off x="8769928" y="5694034"/>
            <a:ext cx="1333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Hamiltonian</a:t>
            </a:r>
          </a:p>
        </p:txBody>
      </p:sp>
    </p:spTree>
    <p:extLst>
      <p:ext uri="{BB962C8B-B14F-4D97-AF65-F5344CB8AC3E}">
        <p14:creationId xmlns:p14="http://schemas.microsoft.com/office/powerpoint/2010/main" val="3274066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E6E1D-C3AF-0076-0D2E-2BDF8637A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Mesh Size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0E06D-0B4E-095F-890F-B56CC396A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16036" cy="4351338"/>
          </a:xfrm>
        </p:spPr>
        <p:txBody>
          <a:bodyPr/>
          <a:lstStyle/>
          <a:p>
            <a:r>
              <a:rPr lang="en-US" dirty="0"/>
              <a:t>Attempted to change mesh to segments, points = 100, 10</a:t>
            </a:r>
          </a:p>
          <a:p>
            <a:r>
              <a:rPr lang="en-US" dirty="0"/>
              <a:t>No good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C01C2-9C5D-F4F6-D046-4854179BAF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630" y="1690688"/>
            <a:ext cx="5367539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64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46D20-5672-4FC5-3C0D-51025CDA9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E7762-4D10-9B2C-9ADA-FE84E1CB9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5402" cy="4351338"/>
          </a:xfrm>
        </p:spPr>
        <p:txBody>
          <a:bodyPr/>
          <a:lstStyle/>
          <a:p>
            <a:r>
              <a:rPr lang="en-US" dirty="0"/>
              <a:t>First generate the original good orbit, then use the state and time from that orbit as the initial guess for a second solution with a mesh of 100, 10</a:t>
            </a:r>
          </a:p>
          <a:p>
            <a:r>
              <a:rPr lang="en-US" dirty="0"/>
              <a:t>Jacobi constant got worse, but still within good ranges</a:t>
            </a:r>
          </a:p>
          <a:p>
            <a:pPr lvl="1"/>
            <a:r>
              <a:rPr lang="en-US" dirty="0"/>
              <a:t>Shapes of Jacobi and Hamiltonian match for this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5E5DA-3ED2-A0AA-5CEB-7714EF1011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135" y="49900"/>
            <a:ext cx="4035098" cy="30902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755B6C-6077-8BA2-46F8-257AD0595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303" y="3290454"/>
            <a:ext cx="4226762" cy="31532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FE6807-CECA-7668-7B38-D2D688E4F290}"/>
              </a:ext>
            </a:extLst>
          </p:cNvPr>
          <p:cNvSpPr txBox="1"/>
          <p:nvPr/>
        </p:nvSpPr>
        <p:spPr>
          <a:xfrm>
            <a:off x="6352614" y="1345951"/>
            <a:ext cx="76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Jacobi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1EAC0F-377C-CA20-623F-37224F624A9F}"/>
              </a:ext>
            </a:extLst>
          </p:cNvPr>
          <p:cNvSpPr txBox="1"/>
          <p:nvPr/>
        </p:nvSpPr>
        <p:spPr>
          <a:xfrm>
            <a:off x="5685925" y="4606636"/>
            <a:ext cx="1333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Hamiltonian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0C49B8-8B23-F7D3-9C4E-A61CD3D821F1}"/>
              </a:ext>
            </a:extLst>
          </p:cNvPr>
          <p:cNvSpPr txBox="1"/>
          <p:nvPr/>
        </p:nvSpPr>
        <p:spPr>
          <a:xfrm>
            <a:off x="5839387" y="1627336"/>
            <a:ext cx="1464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(difference to mean)</a:t>
            </a:r>
          </a:p>
        </p:txBody>
      </p:sp>
    </p:spTree>
    <p:extLst>
      <p:ext uri="{BB962C8B-B14F-4D97-AF65-F5344CB8AC3E}">
        <p14:creationId xmlns:p14="http://schemas.microsoft.com/office/powerpoint/2010/main" val="3813423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867FA-BAD3-3E6C-F449-B3D073D85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Solution Refined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E680B-58EE-2859-432D-AA04BCAF0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580908" cy="4351338"/>
          </a:xfrm>
        </p:spPr>
        <p:txBody>
          <a:bodyPr/>
          <a:lstStyle/>
          <a:p>
            <a:r>
              <a:rPr lang="en-US" dirty="0"/>
              <a:t>For the second solution, in addition to adjusting the mesh, remove the bounds on the final time (reset to 0, infinity)</a:t>
            </a:r>
          </a:p>
          <a:p>
            <a:r>
              <a:rPr lang="en-US" dirty="0"/>
              <a:t>This orbit was off of the period stated in the paper by ~1.7% (~18 hours)</a:t>
            </a:r>
          </a:p>
          <a:p>
            <a:pPr lvl="1"/>
            <a:r>
              <a:rPr lang="en-US" dirty="0"/>
              <a:t>Hamiltonian getting better</a:t>
            </a:r>
          </a:p>
          <a:p>
            <a:r>
              <a:rPr lang="en-US" dirty="0"/>
              <a:t>The original solution takes ~20 seconds to run, the second solution takes ~5 seconds to run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CE421-A1C8-3E50-6C14-70A1FDD43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9109" y="117067"/>
            <a:ext cx="4515756" cy="3458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6989B0-7ED0-7764-5724-2C74533E8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7036" y="3499656"/>
            <a:ext cx="3870965" cy="29308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BC8D55-8DE9-5878-1773-974CD7A44432}"/>
              </a:ext>
            </a:extLst>
          </p:cNvPr>
          <p:cNvSpPr txBox="1"/>
          <p:nvPr/>
        </p:nvSpPr>
        <p:spPr>
          <a:xfrm>
            <a:off x="10328562" y="88126"/>
            <a:ext cx="1464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(difference to mean)</a:t>
            </a:r>
          </a:p>
        </p:txBody>
      </p:sp>
    </p:spTree>
    <p:extLst>
      <p:ext uri="{BB962C8B-B14F-4D97-AF65-F5344CB8AC3E}">
        <p14:creationId xmlns:p14="http://schemas.microsoft.com/office/powerpoint/2010/main" val="1757342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EF53-29C0-A4F4-D2CE-308DF2C3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Attempted Relaxation of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A6FD4-4875-BA7D-19BA-0A5B45F10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89218" cy="4351338"/>
          </a:xfrm>
        </p:spPr>
        <p:txBody>
          <a:bodyPr/>
          <a:lstStyle/>
          <a:p>
            <a:r>
              <a:rPr lang="en-US" dirty="0"/>
              <a:t>Attempted to relax </a:t>
            </a:r>
            <a:r>
              <a:rPr lang="en-US" dirty="0" err="1"/>
              <a:t>ipopt</a:t>
            </a:r>
            <a:r>
              <a:rPr lang="en-US" dirty="0"/>
              <a:t> </a:t>
            </a:r>
            <a:r>
              <a:rPr lang="en-US" dirty="0" err="1"/>
              <a:t>tol</a:t>
            </a:r>
            <a:r>
              <a:rPr lang="en-US" dirty="0"/>
              <a:t> to 1e-16 from 1e-100 to reduce run times</a:t>
            </a:r>
          </a:p>
          <a:p>
            <a:pPr lvl="1"/>
            <a:r>
              <a:rPr lang="en-US" dirty="0"/>
              <a:t>No good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618D25-1970-CCAB-B720-E95FDAE85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25625"/>
            <a:ext cx="5367539" cy="416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925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8E50-502A-5F0C-D546-68C760AE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Attempted New Mesh with No </a:t>
            </a:r>
            <a:r>
              <a:rPr lang="en-US" dirty="0" err="1"/>
              <a:t>tf</a:t>
            </a:r>
            <a:r>
              <a:rPr lang="en-US" dirty="0"/>
              <a:t> Bounds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AACF69-1101-0717-8092-946F99B73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844636" cy="4351338"/>
          </a:xfrm>
        </p:spPr>
        <p:txBody>
          <a:bodyPr/>
          <a:lstStyle/>
          <a:p>
            <a:r>
              <a:rPr lang="en-US" dirty="0"/>
              <a:t>Remove final time bounds and try one solution but with a mesh of 100, 10</a:t>
            </a:r>
          </a:p>
          <a:p>
            <a:pPr lvl="1"/>
            <a:r>
              <a:rPr lang="en-US" dirty="0"/>
              <a:t>Orbit is no good, but Jacobi and Hamiltonian agree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72124-F260-1076-1815-72D1374336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409" y="2592121"/>
            <a:ext cx="3572266" cy="2768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CBCEC2-763B-244E-A952-4E48C3665B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0247" y="1182949"/>
            <a:ext cx="3459762" cy="28183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BBA719-8EF4-3AF4-B5B5-8986FCBC7F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458" y="4397750"/>
            <a:ext cx="3092182" cy="2414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3B4246-5CD9-37DC-8E49-CD2584B356BF}"/>
              </a:ext>
            </a:extLst>
          </p:cNvPr>
          <p:cNvSpPr txBox="1"/>
          <p:nvPr/>
        </p:nvSpPr>
        <p:spPr>
          <a:xfrm>
            <a:off x="10758407" y="1109108"/>
            <a:ext cx="1464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(difference to mean)</a:t>
            </a:r>
          </a:p>
        </p:txBody>
      </p:sp>
    </p:spTree>
    <p:extLst>
      <p:ext uri="{BB962C8B-B14F-4D97-AF65-F5344CB8AC3E}">
        <p14:creationId xmlns:p14="http://schemas.microsoft.com/office/powerpoint/2010/main" val="141835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444F4-1CD6-01DE-DBEF-785844587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Attempted New Mesh with Loose </a:t>
            </a:r>
            <a:r>
              <a:rPr lang="en-US" dirty="0" err="1"/>
              <a:t>tf</a:t>
            </a:r>
            <a:r>
              <a:rPr lang="en-US" dirty="0"/>
              <a:t> Bounds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1A264-9F70-6AA3-254F-D7C17FB7F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98818" cy="4351338"/>
          </a:xfrm>
        </p:spPr>
        <p:txBody>
          <a:bodyPr/>
          <a:lstStyle/>
          <a:p>
            <a:r>
              <a:rPr lang="en-US" dirty="0"/>
              <a:t>Reinstated bounds, but gave an interval of +- 5 days (good orbits are generated with 0.95 difference)</a:t>
            </a:r>
          </a:p>
          <a:p>
            <a:pPr lvl="1"/>
            <a:r>
              <a:rPr lang="en-US" dirty="0"/>
              <a:t>Solution still bad, but Jacobi and Hamiltonian still match-</a:t>
            </a:r>
            <a:r>
              <a:rPr lang="en-US" dirty="0" err="1"/>
              <a:t>ish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34DE1-C807-B711-C9CD-DB4636456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269" y="1340525"/>
            <a:ext cx="3419241" cy="26607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54FA3E-BD6C-C727-DFF3-BFC6AA2EE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269" y="4001294"/>
            <a:ext cx="3527896" cy="27551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514341-209B-17F1-29C8-A5E9D1082323}"/>
              </a:ext>
            </a:extLst>
          </p:cNvPr>
          <p:cNvSpPr txBox="1"/>
          <p:nvPr/>
        </p:nvSpPr>
        <p:spPr>
          <a:xfrm>
            <a:off x="10621484" y="1268436"/>
            <a:ext cx="14646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(difference to mean)</a:t>
            </a:r>
          </a:p>
        </p:txBody>
      </p:sp>
    </p:spTree>
    <p:extLst>
      <p:ext uri="{BB962C8B-B14F-4D97-AF65-F5344CB8AC3E}">
        <p14:creationId xmlns:p14="http://schemas.microsoft.com/office/powerpoint/2010/main" val="322954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33A3-3713-2B75-AD02-9AFB8D778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D9811-4520-907C-E187-B736B9338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Jacobi and Hamiltonian agreeance seems dependent on the mesh used</a:t>
            </a:r>
          </a:p>
          <a:p>
            <a:pPr lvl="1"/>
            <a:r>
              <a:rPr lang="en-US" dirty="0"/>
              <a:t>100, 10 gives good agreeance, but 30, 30 does not</a:t>
            </a:r>
          </a:p>
          <a:p>
            <a:pPr lvl="1"/>
            <a:r>
              <a:rPr lang="en-US" dirty="0"/>
              <a:t>Testing with different bounds shows that big changes on one graph reflect big changes in the other, but the magnitude and direction are not necessarily the same</a:t>
            </a:r>
          </a:p>
          <a:p>
            <a:pPr lvl="1"/>
            <a:r>
              <a:rPr lang="en-US" b="1" dirty="0"/>
              <a:t>Discuss recent results</a:t>
            </a:r>
          </a:p>
          <a:p>
            <a:pPr lvl="2"/>
            <a:r>
              <a:rPr lang="en-US" dirty="0"/>
              <a:t>Jacobi value vs Hamil offset, deviation vs </a:t>
            </a:r>
            <a:r>
              <a:rPr lang="en-US"/>
              <a:t>Hamil deviation</a:t>
            </a:r>
            <a:endParaRPr lang="en-US" dirty="0"/>
          </a:p>
          <a:p>
            <a:r>
              <a:rPr lang="en-US" dirty="0"/>
              <a:t>Not sure how to feel about iterative solution</a:t>
            </a:r>
          </a:p>
          <a:p>
            <a:pPr lvl="1"/>
            <a:r>
              <a:rPr lang="en-US" dirty="0"/>
              <a:t>Hamiltonian and Jacobi in much closer agreeance (good) but period is worse (bad)</a:t>
            </a:r>
          </a:p>
          <a:p>
            <a:pPr lvl="1"/>
            <a:r>
              <a:rPr lang="en-US" dirty="0"/>
              <a:t>Could come down to how accurate the period given in the paper is and/or how much to trust other people’s work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424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AF3A3-7EEC-C344-8C3A-70FDB42B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CD67-B994-8427-41E6-214CBBB21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 in 3D</a:t>
            </a:r>
          </a:p>
          <a:p>
            <a:r>
              <a:rPr lang="en-US" dirty="0"/>
              <a:t>More testing of Jacobi vs Hamiltonian</a:t>
            </a:r>
          </a:p>
          <a:p>
            <a:pPr lvl="1"/>
            <a:r>
              <a:rPr lang="en-US" dirty="0"/>
              <a:t>Which one is a better predictor of a “good” orbit?</a:t>
            </a:r>
          </a:p>
          <a:p>
            <a:pPr lvl="1"/>
            <a:r>
              <a:rPr lang="en-US" dirty="0"/>
              <a:t>Should they agree?</a:t>
            </a:r>
          </a:p>
          <a:p>
            <a:pPr lvl="1"/>
            <a:r>
              <a:rPr lang="en-US" dirty="0"/>
              <a:t>Might be necessary to evaluate orbit generation in 3D</a:t>
            </a:r>
          </a:p>
          <a:p>
            <a:r>
              <a:rPr lang="en-US" dirty="0"/>
              <a:t>Once 3D is implemented, try to find off-axis cyclers</a:t>
            </a:r>
          </a:p>
          <a:p>
            <a:r>
              <a:rPr lang="en-US" dirty="0"/>
              <a:t>At some point, have to model other cyclers for completeness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56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434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Thesis Update</vt:lpstr>
      <vt:lpstr>Hamiltonian vs Jacobi Constant</vt:lpstr>
      <vt:lpstr>Changing Mesh Size</vt:lpstr>
      <vt:lpstr>Iterative Solution</vt:lpstr>
      <vt:lpstr>Iterative Solution Refined</vt:lpstr>
      <vt:lpstr>Attempted Relaxation of Tolerance</vt:lpstr>
      <vt:lpstr>Attempted New Mesh with No tf Bounds</vt:lpstr>
      <vt:lpstr>Attempted New Mesh with Loose tf Bounds</vt:lpstr>
      <vt:lpstr>Discussion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Emmons, Connor M C2C USAF USAFA CW/CS07</dc:creator>
  <cp:lastModifiedBy>Emmons, Connor M C1C USAF USAFA CW/CS07</cp:lastModifiedBy>
  <cp:revision>4</cp:revision>
  <dcterms:created xsi:type="dcterms:W3CDTF">2026-03-02T15:45:05Z</dcterms:created>
  <dcterms:modified xsi:type="dcterms:W3CDTF">2026-03-02T16:41:40Z</dcterms:modified>
</cp:coreProperties>
</file>