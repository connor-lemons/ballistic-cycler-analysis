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1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B7036-99FF-D1E4-5849-6452191A8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D964F9-FE07-1DEF-44F6-7E5B386E4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94931-A17B-A065-91A5-098ED8FE8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B24A6-9B24-4EFE-81AA-66F14AA1D04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B97E4-DA0C-380B-1393-0662276A8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B2AE9-8A4F-EEA4-B44E-DFC33E844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9434-79BC-45E4-A449-0B131F9A2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09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151B6-33AA-2502-19A6-2D469DA8C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7592C-AF7E-2D00-E6DA-5F501345C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A6C4D-7295-8AF9-1596-1BFCCD9BF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B24A6-9B24-4EFE-81AA-66F14AA1D04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D5F1A-2648-A6DC-3EBB-4CCBD9393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08FC3-8CDE-137B-32D9-BD99B6B25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9434-79BC-45E4-A449-0B131F9A2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336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77A98-14A4-1B81-1E20-4EEDB297F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54455-9156-7930-9407-18CC90473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A491D-C840-06D6-FBC9-2E610EFF1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B24A6-9B24-4EFE-81AA-66F14AA1D04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B9EC0-BDC5-81DE-08B5-B0A14A0B1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A1F70-BDE8-D9D1-D204-92642C5C2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9434-79BC-45E4-A449-0B131F9A2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63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C23CA-4DC0-C4DF-0565-1E07FBF91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6EA85-56FE-27BD-E4F5-57A8EB3BBF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7CB955-E55F-7150-CB9B-0C9630360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68BF13-546A-13B0-E47F-197C2DDE4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B24A6-9B24-4EFE-81AA-66F14AA1D04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706D6-11F0-30D2-919E-2DC5ED6F5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F45D0-BD91-CF03-7702-164E162DA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9434-79BC-45E4-A449-0B131F9A2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45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A6CB7-01F2-01B2-A5CD-FE924B520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3782A-0125-EF92-1609-73E30BA05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A1B6E4-B5AB-ED22-2EFE-124BCCBBD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A5A756-05FE-6FF9-AC17-C6ED4FB8D4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D178E2-386B-07A6-BC8D-9091D34602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27FC83-4D24-CD38-C575-A520A2C27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B24A6-9B24-4EFE-81AA-66F14AA1D04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995866-6592-4EE7-D2C6-DE9AD0231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90857E-1E44-E40E-538B-6438B857D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9434-79BC-45E4-A449-0B131F9A2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591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7E6C9-A645-36F9-F489-80E73D7E9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925C88-D2E0-0809-5F0E-FEA19826F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B24A6-9B24-4EFE-81AA-66F14AA1D04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2D9123-EC60-9B7C-FB15-C28F0FD03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B9EB63-D4EF-2FDC-6FF4-DB818BB09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9434-79BC-45E4-A449-0B131F9A2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637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3816A2-D5ED-8680-43D4-B5C8CE065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B24A6-9B24-4EFE-81AA-66F14AA1D04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39301A-504E-AE16-1A34-375F4A5CE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55C16-D927-3F33-2F35-7640BD6B0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9434-79BC-45E4-A449-0B131F9A2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02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B620D-241D-E527-7279-C5CD9FC72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6B5AF-CC76-4370-3D1D-A2D468703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6F44C1-6ECC-39B5-65EE-F91A2C644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0B53B-CF73-00F3-925C-97A62C6DA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B24A6-9B24-4EFE-81AA-66F14AA1D04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182A7-7629-F191-65A2-F2014213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410EF-BB71-00D2-6042-B5983EB19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9434-79BC-45E4-A449-0B131F9A2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601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8204C-50FF-709C-DF24-66C740373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5524F5-A846-8A9C-97EC-64A4E79A71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9F3216-BE2B-37D8-3FD4-F0B3CA93D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10164-60C9-4C95-DC57-1E2D137E1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B24A6-9B24-4EFE-81AA-66F14AA1D04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98DF56-EB4A-6655-FC2F-27CA54351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E7333-CB6C-F735-AEA8-0091D5A9C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9434-79BC-45E4-A449-0B131F9A2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32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0F0F3-784A-4D80-877A-5169045B0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3330F-120C-8A57-6EA7-415785DD9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6CD9B-5B4B-6185-423B-D23019DB6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B24A6-9B24-4EFE-81AA-66F14AA1D04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D86B8-8839-8FBC-4AC6-698607872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40995-F604-DE25-79A5-F72C12608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9434-79BC-45E4-A449-0B131F9A2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98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0CF324-DB5A-0D54-4D93-E274F75D14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4FB92-644A-D4F5-1A77-60274D54BE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78DD0-3666-EAB3-5D3B-ACC0A65F9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B24A6-9B24-4EFE-81AA-66F14AA1D04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D373-9D96-88B2-33D0-D96E1A00C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A95B5-7DDA-F111-587A-286065D3C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9434-79BC-45E4-A449-0B131F9A2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77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2FAEEB-4C86-308B-8286-07DF8431B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4541F-527D-B465-EC94-60EFA4C69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87944-3B4F-3D7E-E9F6-6FB32D7B14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B24A6-9B24-4EFE-81AA-66F14AA1D04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99E54-3E2B-7BC9-4C7E-2B0D6E00D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6F9FE-AFA4-1464-F15D-C71FFD698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99434-79BC-45E4-A449-0B131F9A2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53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2F8D-BDAF-0644-2AEF-D715F39535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Thesis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DE8CAB-3A42-C5FB-19A9-530B7336DA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23 February 2026</a:t>
            </a:r>
          </a:p>
          <a:p>
            <a:r>
              <a:rPr lang="en-US" dirty="0"/>
              <a:t>Connor Emmons</a:t>
            </a:r>
          </a:p>
        </p:txBody>
      </p:sp>
    </p:spTree>
    <p:extLst>
      <p:ext uri="{BB962C8B-B14F-4D97-AF65-F5344CB8AC3E}">
        <p14:creationId xmlns:p14="http://schemas.microsoft.com/office/powerpoint/2010/main" val="505448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A1D9B-77A3-5567-5DE2-2C8AFD3DB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Initial Guess for (1,1) Cyclers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29419EE-5B4D-67AF-5ACF-74C1028754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4755" y="1811585"/>
            <a:ext cx="5696745" cy="36866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B1699A-A94B-D099-20C2-B88A5AACC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441" y="1939635"/>
            <a:ext cx="4602559" cy="372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184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B59F4-C050-3635-2E7A-CF1E58D16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24E45-F12A-9ABF-39EF-56FDF1736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Screenshot given orbit in paper and convert pixel coordinates to (</a:t>
            </a:r>
            <a:r>
              <a:rPr lang="en-US" dirty="0" err="1"/>
              <a:t>x,y</a:t>
            </a:r>
            <a:r>
              <a:rPr lang="en-US" dirty="0"/>
              <a:t>) points for each day marker</a:t>
            </a:r>
          </a:p>
          <a:p>
            <a:r>
              <a:rPr lang="en-US" dirty="0"/>
              <a:t>Guess velocities at each point by taking the average of 2 slopes of secant lines: one with the next point, one with the previous point</a:t>
            </a:r>
          </a:p>
          <a:p>
            <a:pPr lvl="1"/>
            <a:r>
              <a:rPr lang="en-US" dirty="0"/>
              <a:t>Wasn’t confident in this method but did work for this case, TBD if robust enough for other families</a:t>
            </a:r>
          </a:p>
          <a:p>
            <a:r>
              <a:rPr lang="en-US" dirty="0"/>
              <a:t>Originally set optimization to minimize time, but ended up using no optimization function for final result</a:t>
            </a:r>
          </a:p>
        </p:txBody>
      </p:sp>
    </p:spTree>
    <p:extLst>
      <p:ext uri="{BB962C8B-B14F-4D97-AF65-F5344CB8AC3E}">
        <p14:creationId xmlns:p14="http://schemas.microsoft.com/office/powerpoint/2010/main" val="2494518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440B0-ADF1-F2EB-487B-15ACFB1E3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to Orbit in Paper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2822F4-5547-CC26-CCAE-BED459DC9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24" y="1750117"/>
            <a:ext cx="5164267" cy="3932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647D74-799F-891F-7920-A7420B970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375" y="1519395"/>
            <a:ext cx="4511225" cy="456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399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B85FA-33DF-6796-C0C8-E1FC372F1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Points of Concern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651B9-BE09-8194-5942-7E2992547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tell if the orbit is correctly following given dynamics</a:t>
            </a:r>
          </a:p>
          <a:p>
            <a:pPr lvl="1"/>
            <a:r>
              <a:rPr lang="en-US" dirty="0"/>
              <a:t>Perhaps computing the Jacobi constant at each timestep to confirm conservation throughout the orbit</a:t>
            </a:r>
          </a:p>
          <a:p>
            <a:r>
              <a:rPr lang="en-US" dirty="0"/>
              <a:t>Generating new orbits that haven’t been found yet would be difficult with the method used</a:t>
            </a:r>
          </a:p>
          <a:p>
            <a:pPr lvl="1"/>
            <a:r>
              <a:rPr lang="en-US" dirty="0"/>
              <a:t>May not be applicable if the goal is a study of perturbations only</a:t>
            </a:r>
          </a:p>
        </p:txBody>
      </p:sp>
    </p:spTree>
    <p:extLst>
      <p:ext uri="{BB962C8B-B14F-4D97-AF65-F5344CB8AC3E}">
        <p14:creationId xmlns:p14="http://schemas.microsoft.com/office/powerpoint/2010/main" val="188407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F32FB-6B76-EC46-8401-2D10DC2C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8000F-77CF-79D6-850D-DAB8E8BD0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control via thrust to explore the thrust-first approach to generating orbits</a:t>
            </a:r>
          </a:p>
          <a:p>
            <a:pPr lvl="1"/>
            <a:r>
              <a:rPr lang="en-US" dirty="0"/>
              <a:t>Will have to happen eventually anyways to get delta V estimates on maintenance</a:t>
            </a:r>
          </a:p>
          <a:p>
            <a:r>
              <a:rPr lang="en-US" dirty="0"/>
              <a:t>Find a good way to check orbits/refine until correct</a:t>
            </a:r>
          </a:p>
          <a:p>
            <a:pPr lvl="1"/>
            <a:r>
              <a:rPr lang="en-US" dirty="0"/>
              <a:t>Jacobi constant analysis is probably a good starting point</a:t>
            </a:r>
          </a:p>
          <a:p>
            <a:r>
              <a:rPr lang="en-US" dirty="0"/>
              <a:t>Generate a good initial guess for the other cycler families</a:t>
            </a:r>
          </a:p>
          <a:p>
            <a:pPr lvl="1"/>
            <a:r>
              <a:rPr lang="en-US" dirty="0"/>
              <a:t>Would like to implement original method of finding the initial conditions but not sure of utility</a:t>
            </a:r>
          </a:p>
          <a:p>
            <a:r>
              <a:rPr lang="en-US" dirty="0"/>
              <a:t>Begin perturbation analysis with the Sun</a:t>
            </a:r>
          </a:p>
        </p:txBody>
      </p:sp>
    </p:spTree>
    <p:extLst>
      <p:ext uri="{BB962C8B-B14F-4D97-AF65-F5344CB8AC3E}">
        <p14:creationId xmlns:p14="http://schemas.microsoft.com/office/powerpoint/2010/main" val="3018529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88FE9-CD90-75BF-9755-4C126CB75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for Advisor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361F3-C85B-2C06-70C1-5B2F2D096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Master’s Thesis Scope – What do you want to see?</a:t>
            </a:r>
          </a:p>
          <a:p>
            <a:r>
              <a:rPr lang="en-US" dirty="0"/>
              <a:t>YAPSS techniques and practices – What values are rigid, what values are flexible, and what are the limits of pure </a:t>
            </a:r>
            <a:r>
              <a:rPr lang="en-US"/>
              <a:t>dynamic modeling?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234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Thesis Update</vt:lpstr>
      <vt:lpstr>Good Initial Guess for (1,1) Cyclers</vt:lpstr>
      <vt:lpstr>Methodology</vt:lpstr>
      <vt:lpstr>Comparison to Orbit in Paper</vt:lpstr>
      <vt:lpstr>Points of Concern</vt:lpstr>
      <vt:lpstr>Looking Forward</vt:lpstr>
      <vt:lpstr>Questions for Advisor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Emmons, Connor M C1C USAF USAFA CW/CS07</dc:creator>
  <cp:lastModifiedBy>Emmons, Connor M C1C USAF USAFA CW/CS07</cp:lastModifiedBy>
  <cp:revision>1</cp:revision>
  <dcterms:created xsi:type="dcterms:W3CDTF">2026-02-24T17:32:24Z</dcterms:created>
  <dcterms:modified xsi:type="dcterms:W3CDTF">2026-02-24T17:32:42Z</dcterms:modified>
</cp:coreProperties>
</file>